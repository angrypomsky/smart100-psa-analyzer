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SMART PSA를 위한 MARS-KS 출력 자동 후처리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0"/>
                </a:solidFill>
              </a:rPr>
              <a:t>열수력 결과에서 대화형 DET 대시보드까지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834640"/>
            <a:ext cx="210312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경희대학교 원자력공학과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6E4F0"/>
                </a:solidFill>
              </a:rPr>
              <a:t>ANS Winter Meeting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배경 및 연구 동기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현행 PSA 실무의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수백 개 TH 시뮬레이션 시나리오 → 수작업 후처리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전문 인력의 반복 투입 → 시간·비용 선형 증가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피로 유발 오류 → 시나리오 간 판정 일관성 저하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이진 사건수목: 부분적 계통 성능 정보 소실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576072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SMART 원자로 특성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916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100 MWth 일체형 가압경수로 (KAERI 개발)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4계통 피동잔열제거계통(PRHRS) 보유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작동 계통수(0~4대)가 사고 결과에 직접 영향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이진 ET로는 부분 성능 분석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29200"/>
            <a:ext cx="11430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→  자동화된 후처리 + 동적 사건수목(DET) 구조가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도구 파이프라인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1031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MARS-KS
출력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21031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9659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VarMapper
변수 자동 매핑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21031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변수 추출
(RT / PCT / PRHRS)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28800"/>
            <a:ext cx="21031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대화형 Excel
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828800"/>
            <a:ext cx="2103120" cy="128016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9659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PSA 소프트웨어
(향후)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</a:rPr>
              <a:t>단일 Python 스크립트 (psa_analyzer.py) — GUI 파일 선택만으로 전 과정 자동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11430000" cy="24688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객체지향 구조 (상속)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274320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BaseAnalyzer
(공통 로직: RT·PCT·PRHRS)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4572000"/>
            <a:ext cx="141732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4617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LOFW
Analyzer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4572000"/>
            <a:ext cx="141732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4617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SBLOCA
Analyzer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4572000"/>
            <a:ext cx="141732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4617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GTRN
Analyzer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4572000"/>
            <a:ext cx="141732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617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LSSB
Analyzer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4572000"/>
            <a:ext cx="141732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4617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SGTR
Analyzer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↑  파라미터만 각자 정의 (신규 사고유형 추가 용이)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핵심 추출 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2743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① 원자로 트립(RT) 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기준: rktpow ≤ 초기값 × 20% 최초 시점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PCT 구간 시작: 더 엄격한 10% 기준 적용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이유: 트립 후 관성 잔류출력 수십 초 지속 → PCT는 냉각 단계에서 추출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아티팩트 처리: 첫 행 rktpow=0 → 첫 번째 양수값으로 초기화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760720" cy="2743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② PRHRS 작동 계통수 판정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상대비교 기준: Qi ≥ Qmax × R기준 (기본 10%)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Floor = 1×10⁶ W (전 사고유형 공통)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초기 조건 변화에 강인한 자동 적응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SBLOCA: RT+대기 후 초기 3h 창 집계 (붕괴열 감소 대응)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SGTR: 전체 평균 (후반 열출력 감소 오분류 방지)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③ PCT 추출 및 노심손상(CD) 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10% 기준 RT 이후 구간에서 최대 피복재 온도 추출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10,000 K 초과 비물리 이상값 제거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NRC 10 CFR 50.46 기준: PCT ≥ 1477 K → 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사고유형별 PRHRS 알고리즘 파라미터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2402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8988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파라미터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280160"/>
            <a:ext cx="16002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79" y="138988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LOFW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16002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38988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SBLOCA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16002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38988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GTRN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280160"/>
            <a:ext cx="16002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8988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LSSB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280160"/>
            <a:ext cx="16002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38988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SGTR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74519"/>
            <a:ext cx="224028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842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집계 구간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874519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198424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전체 평균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874519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98424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초기 3h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874519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98424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전체 평균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1874519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98424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전체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874519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98424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전체 평균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68880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57860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대기 시간 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46888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2578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46888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578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46888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2578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46888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2578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46888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578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063240"/>
            <a:ext cx="224028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1729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Floor (W)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063240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79" y="3172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1×10⁶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3063240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3172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1×10⁶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063240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3172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1×10⁶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3063240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3172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1×10⁶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3063240"/>
            <a:ext cx="160020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3172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1×10⁶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657600"/>
            <a:ext cx="2240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상대비교 기준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65760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97479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365760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3400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65760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89320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365760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5240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3657600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1160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* SBLOCA만 초기 3h 창: RT 이후 붕괴열 자연 감소로 후반 출력 하락 → 전체 평균 시 계통수 과소평가 방지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212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* Floor: 비작동 계통 잔류출력(수백 kW 이하)과 작동 계통(수 MW)을 명확히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대화형 Excel 대시보드 — DET 구조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PRHRS 계통수 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0"/>
                </a:solidFill>
              </a:rPr>
              <a:t>드롭다운 선택(0~4대)
→ PCT 분포 차트 즉시 갱신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7432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PCT 분포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74519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0"/>
                </a:solidFill>
              </a:rPr>
              <a:t>히스토그램 + 통계 요약
(min / mean / max / P95)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7432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시나리오 목록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0"/>
                </a:solidFill>
              </a:rPr>
              <a:t>파일명, RT 결과, PCT,
CD 판정 일람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188720"/>
            <a:ext cx="27432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80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전체 분포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874519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0"/>
                </a:solidFill>
              </a:rPr>
              <a:t>계통수별 PCT 분포 중첩
→ 단조성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11430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DET와의 동등성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1430000" cy="23774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5195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1" i="0">
                <a:solidFill>
                  <a:srgbClr val="2E75B6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이진 성공/실패 → PRHRS 계통수(0~4)를 이산 분기 변수로 정의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성공기준 변경 시나리오 즉시 탐색 (예: '3계통' → '2계통 이상'으로 완화)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추가 시뮬레이션 없이 노심손상 빈도 영향 정량 추정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검증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RT 감지
정확도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실제 MARS-KS 데이터
5개 사고유형 수작업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7432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74320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PRHRS 계통수
판정 정확도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실제 MARS-KS 데이터
5개 사고유형 수작업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7432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데모 데이터셋
물리 규칙 위반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</a:rPr>
              <a:t>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1,000 시나리오
4개 일관성 규칙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188720"/>
            <a:ext cx="274320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처리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</a:rPr>
              <a:t>&lt; 30초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1,000 시나리오
일반 PC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7763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물리적 일관성 검증 규칙 (데모 데이터셋)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1005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53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규칙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553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PCT–결과 일관성 (1477 K 임계값)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480560"/>
            <a:ext cx="1005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553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규칙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553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PRHRS 단조성 — 계통수 증가 → PCT 감소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1005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148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규칙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48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ATWS 패널티 — RT 실패 → PCT 상승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74920"/>
            <a:ext cx="1005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48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규칙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148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Feed-and-Bleed 작동 조건 제약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</a:rPr>
              <a:t>※ PCT 추출 검증: 현재 700~1,400 K (OK 시나리오) — CD 시나리오 검증은 향후 추가 시뮬레이션 후 수행 예정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결론 및 향후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핵심 기여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MARS-KS TH 출력 → 대화형 Excel 대시보드 완전 자동화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단일 Python 스크립트, GUI 파일 선택만으로 전 과정 처리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상대비교 기반 PRHRS 판정: 초기 조건 변화에 강인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VarMapper: 노형 변경 시 코드 수정 없이 재적용 가능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DET 구조로 성공기준 민감도 즉시 탐색 (추가 시뮬레이션 불필요)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43000"/>
            <a:ext cx="566928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향후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실제 MARS-KS 대용량 데이터셋 적용 및 성능 확인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ADS·PSIS·SIT 등 추가 안전계통 확장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AIMS-PSA 호환 사건수목 형식(.ket) 직접 출력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• TH 시뮬레이션 → PSA 소프트웨어 완전 자동 파이프라인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66360"/>
            <a:ext cx="11430000" cy="1371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목표: MARS-KS 출력에서 PSA 소프트웨어 입력 파일까지
완전 자동 생성하는 통합 후처리 체계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